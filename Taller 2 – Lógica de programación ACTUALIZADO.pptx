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6E3E15-1437-6F84-F8F7-77919B915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6711" y="50804"/>
            <a:ext cx="7197726" cy="2421464"/>
          </a:xfrm>
        </p:spPr>
        <p:txBody>
          <a:bodyPr>
            <a:normAutofit/>
          </a:bodyPr>
          <a:lstStyle/>
          <a:p>
            <a:r>
              <a:rPr lang="es-ES" sz="5400" dirty="0"/>
              <a:t>Taller 2 – Lógica de programación</a:t>
            </a:r>
            <a:endParaRPr lang="es-CO" sz="5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CBD1F4-5827-0D80-AAA7-054BA825A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4912" y="2628901"/>
            <a:ext cx="7197726" cy="3148011"/>
          </a:xfrm>
        </p:spPr>
        <p:txBody>
          <a:bodyPr>
            <a:normAutofit/>
          </a:bodyPr>
          <a:lstStyle/>
          <a:p>
            <a:pPr algn="l"/>
            <a:r>
              <a:rPr lang="es-ES" sz="2400" dirty="0"/>
              <a:t>Jordan restrepo Tobón</a:t>
            </a:r>
          </a:p>
          <a:p>
            <a:pPr algn="l"/>
            <a:r>
              <a:rPr lang="es-ES" sz="2400" dirty="0"/>
              <a:t>Ian Isaza Bermúdez</a:t>
            </a:r>
          </a:p>
          <a:p>
            <a:pPr algn="l"/>
            <a:r>
              <a:rPr lang="es-ES" sz="2400" dirty="0"/>
              <a:t>Felipe Londono Ospina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2927913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75379-54F3-068B-8E74-078BE1364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"/>
            <a:ext cx="10131425" cy="1066800"/>
          </a:xfrm>
        </p:spPr>
        <p:txBody>
          <a:bodyPr/>
          <a:lstStyle/>
          <a:p>
            <a:pPr algn="ctr"/>
            <a:r>
              <a:rPr lang="es-ES" dirty="0"/>
              <a:t>Declaración de variables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5611CD-F191-ACA7-FC8A-30D09D5A1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66801"/>
            <a:ext cx="10131425" cy="5205412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Este programa en Java define una clase llamada variables y dentro del método principal se declaran 20 variables de distintos tipos de datos como enteros, decimales, caracteres, booleanos y cadenas de texto. El programa no realiza operaciones ni imprime resultados; únicamente muestra cómo se reservan variables en memoria.</a:t>
            </a:r>
          </a:p>
          <a:p>
            <a:r>
              <a:rPr lang="es-ES" dirty="0" err="1"/>
              <a:t>int</a:t>
            </a:r>
            <a:r>
              <a:rPr lang="es-ES" dirty="0"/>
              <a:t>: Guarda números enteros (</a:t>
            </a:r>
            <a:r>
              <a:rPr lang="es-ES" dirty="0" err="1"/>
              <a:t>int</a:t>
            </a:r>
            <a:r>
              <a:rPr lang="es-ES" dirty="0"/>
              <a:t> edad = 20;)</a:t>
            </a:r>
          </a:p>
          <a:p>
            <a:r>
              <a:rPr lang="es-ES" dirty="0" err="1"/>
              <a:t>double</a:t>
            </a:r>
            <a:r>
              <a:rPr lang="es-ES" dirty="0"/>
              <a:t>: Guarda números decimales con mucha precisión (</a:t>
            </a:r>
            <a:r>
              <a:rPr lang="es-CO" dirty="0" err="1"/>
              <a:t>double</a:t>
            </a:r>
            <a:r>
              <a:rPr lang="es-CO" dirty="0"/>
              <a:t> precio = 19.99;)</a:t>
            </a:r>
          </a:p>
          <a:p>
            <a:r>
              <a:rPr lang="es-CO" dirty="0" err="1"/>
              <a:t>float</a:t>
            </a:r>
            <a:r>
              <a:rPr lang="es-CO" dirty="0"/>
              <a:t>: </a:t>
            </a:r>
            <a:r>
              <a:rPr lang="es-ES" dirty="0"/>
              <a:t>Guarda números decimales, pero con menos precisión que </a:t>
            </a:r>
            <a:r>
              <a:rPr lang="es-ES" dirty="0" err="1"/>
              <a:t>double</a:t>
            </a:r>
            <a:r>
              <a:rPr lang="es-ES" dirty="0"/>
              <a:t> (</a:t>
            </a:r>
            <a:r>
              <a:rPr lang="es-ES" dirty="0" err="1"/>
              <a:t>float</a:t>
            </a:r>
            <a:r>
              <a:rPr lang="es-ES" dirty="0"/>
              <a:t> temperatura = 36.5f;)</a:t>
            </a:r>
          </a:p>
          <a:p>
            <a:r>
              <a:rPr lang="es-ES" dirty="0" err="1"/>
              <a:t>char</a:t>
            </a:r>
            <a:r>
              <a:rPr lang="es-ES" dirty="0"/>
              <a:t>: Guarda un solo carácter (</a:t>
            </a:r>
            <a:r>
              <a:rPr lang="es-ES" dirty="0" err="1"/>
              <a:t>char</a:t>
            </a:r>
            <a:r>
              <a:rPr lang="es-ES" dirty="0"/>
              <a:t> letra = 'A’;)</a:t>
            </a:r>
          </a:p>
          <a:p>
            <a:r>
              <a:rPr lang="es-ES" dirty="0" err="1"/>
              <a:t>boolean</a:t>
            </a:r>
            <a:r>
              <a:rPr lang="es-ES" dirty="0"/>
              <a:t>: Guarda solo verdadero o falso (</a:t>
            </a:r>
            <a:r>
              <a:rPr lang="es-ES" dirty="0" err="1"/>
              <a:t>boolean</a:t>
            </a:r>
            <a:r>
              <a:rPr lang="es-ES" dirty="0"/>
              <a:t> </a:t>
            </a:r>
            <a:r>
              <a:rPr lang="es-ES" dirty="0" err="1"/>
              <a:t>esMayor</a:t>
            </a:r>
            <a:r>
              <a:rPr lang="es-ES" dirty="0"/>
              <a:t> = true;)</a:t>
            </a:r>
          </a:p>
          <a:p>
            <a:r>
              <a:rPr lang="es-ES" dirty="0" err="1"/>
              <a:t>String</a:t>
            </a:r>
            <a:r>
              <a:rPr lang="es-ES" dirty="0"/>
              <a:t>: Guarda texto (</a:t>
            </a:r>
            <a:r>
              <a:rPr lang="es-ES" dirty="0" err="1"/>
              <a:t>String</a:t>
            </a:r>
            <a:r>
              <a:rPr lang="es-ES" dirty="0"/>
              <a:t> nombre = "Jordan";)</a:t>
            </a:r>
          </a:p>
          <a:p>
            <a:r>
              <a:rPr lang="es-ES" dirty="0" err="1"/>
              <a:t>long</a:t>
            </a:r>
            <a:r>
              <a:rPr lang="es-ES" dirty="0"/>
              <a:t>: Guarda números enteros muy grandes (</a:t>
            </a:r>
            <a:r>
              <a:rPr lang="es-ES" dirty="0" err="1"/>
              <a:t>long</a:t>
            </a:r>
            <a:r>
              <a:rPr lang="es-ES" dirty="0"/>
              <a:t> </a:t>
            </a:r>
            <a:r>
              <a:rPr lang="es-ES" dirty="0" err="1"/>
              <a:t>poblacion</a:t>
            </a:r>
            <a:r>
              <a:rPr lang="es-ES" dirty="0"/>
              <a:t> = 8000000000L;)</a:t>
            </a:r>
          </a:p>
          <a:p>
            <a:r>
              <a:rPr lang="es-ES" dirty="0"/>
              <a:t>short: Guarda enteros pequeños (short numero = 1000;)</a:t>
            </a:r>
          </a:p>
          <a:p>
            <a:r>
              <a:rPr lang="es-ES" dirty="0"/>
              <a:t>byte: Guarda enteros muy pequeños (byte nivel = 10;)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2311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982A8CF7-5382-C602-57C0-7DA286EE5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850" y="693795"/>
            <a:ext cx="8820150" cy="589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45BB99B-D1C9-8DB2-6A86-1B67C733C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0"/>
            <a:ext cx="10131425" cy="1243013"/>
          </a:xfrm>
        </p:spPr>
        <p:txBody>
          <a:bodyPr/>
          <a:lstStyle/>
          <a:p>
            <a:pPr algn="ctr"/>
            <a:r>
              <a:rPr lang="es-CO" dirty="0"/>
              <a:t>Inicialización de variables</a:t>
            </a:r>
            <a:br>
              <a:rPr lang="es-CO" dirty="0"/>
            </a:b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9739111-A566-4BE3-E016-B42FAE5B2F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5311" y="857843"/>
            <a:ext cx="3847029" cy="556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951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B93AADD5-4FFC-FB0A-DBDE-C327A572E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243" y="891742"/>
            <a:ext cx="8708757" cy="516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690F0E7-2A56-72AF-7903-27726265D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"/>
            <a:ext cx="10131425" cy="800100"/>
          </a:xfrm>
        </p:spPr>
        <p:txBody>
          <a:bodyPr/>
          <a:lstStyle/>
          <a:p>
            <a:pPr algn="ctr"/>
            <a:r>
              <a:rPr lang="es-CO" dirty="0"/>
              <a:t>reasignación de valores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AE55E82-C15C-10C5-5E9F-59B650E8C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013" y="800102"/>
            <a:ext cx="3730269" cy="535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696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F30EB-2272-1601-3BBF-89DFC77BE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"/>
            <a:ext cx="10131425" cy="857249"/>
          </a:xfrm>
        </p:spPr>
        <p:txBody>
          <a:bodyPr/>
          <a:lstStyle/>
          <a:p>
            <a:pPr algn="ctr"/>
            <a:r>
              <a:rPr lang="es-ES" dirty="0"/>
              <a:t>Conclusiones videos java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C075A1-FAB3-B8F2-F6BF-235123E80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100138"/>
            <a:ext cx="10131425" cy="5572126"/>
          </a:xfrm>
        </p:spPr>
        <p:txBody>
          <a:bodyPr>
            <a:normAutofit/>
          </a:bodyPr>
          <a:lstStyle/>
          <a:p>
            <a:r>
              <a:rPr lang="es-ES" sz="1900" b="1" dirty="0"/>
              <a:t>Resumen video 1:</a:t>
            </a:r>
            <a:r>
              <a:rPr lang="es-ES" sz="2000" dirty="0"/>
              <a:t>El video muestra cómo preparar el entorno para programar en Java. Primero se instala el Java </a:t>
            </a:r>
            <a:r>
              <a:rPr lang="es-ES" sz="2000" dirty="0" err="1"/>
              <a:t>Development</a:t>
            </a:r>
            <a:r>
              <a:rPr lang="es-ES" sz="2000" dirty="0"/>
              <a:t> Kit (JDK), ya que el Java </a:t>
            </a:r>
            <a:r>
              <a:rPr lang="es-ES" sz="2000" dirty="0" err="1"/>
              <a:t>Runtime</a:t>
            </a:r>
            <a:r>
              <a:rPr lang="es-ES" sz="2000" dirty="0"/>
              <a:t> </a:t>
            </a:r>
            <a:r>
              <a:rPr lang="es-ES" sz="2000" dirty="0" err="1"/>
              <a:t>Environment</a:t>
            </a:r>
            <a:r>
              <a:rPr lang="es-ES" sz="2000" dirty="0"/>
              <a:t> (JRE) solo permite ejecutar programas. Luego se verifica la instalación usando la consola y, si hace falta, se agregan las variables de entorno. También se recomienda instalar Git y usar Sublime Text para programar con mayor comodidad. Finalmente, se crea el programa HolaMundo.java, se compila con </a:t>
            </a:r>
            <a:r>
              <a:rPr lang="es-ES" dirty="0" err="1"/>
              <a:t>javac</a:t>
            </a:r>
            <a:r>
              <a:rPr lang="es-ES" sz="2000" dirty="0"/>
              <a:t> y se ejecuta con </a:t>
            </a:r>
            <a:r>
              <a:rPr lang="es-ES" dirty="0"/>
              <a:t>java</a:t>
            </a:r>
            <a:r>
              <a:rPr lang="es-ES" sz="2000" dirty="0"/>
              <a:t> para mostrar “Hola mundo” en la consola.</a:t>
            </a:r>
          </a:p>
          <a:p>
            <a:r>
              <a:rPr lang="es-ES" sz="1900" b="1" dirty="0"/>
              <a:t>Resumen video 2:</a:t>
            </a:r>
            <a:r>
              <a:rPr lang="es-ES" sz="1900" dirty="0"/>
              <a:t> </a:t>
            </a:r>
            <a:r>
              <a:rPr lang="es-ES" dirty="0"/>
              <a:t>El video explica que antes de programar es clave entender qué es un algoritmo: un conjunto de pasos ordenados para resolver un problema, parecido a seguir una receta. También introduce el uso de pseudocódigo y diagramas de flujo para representar soluciones y resalta la importancia de definir bien el inicio y el fin del programa para evitar errores como ciclos infinitos.</a:t>
            </a:r>
          </a:p>
          <a:p>
            <a:pPr marL="0" indent="0">
              <a:buNone/>
            </a:pPr>
            <a:r>
              <a:rPr lang="es-ES" dirty="0"/>
              <a:t>Luego describe qué es una variable como contenedor de información y presenta los tipos de datos primitivos en Java, mostrando cómo declararlos, asignarles valores y usar comentarios. Finalmente, explica los operadores aritméticos, relacionales y lógicos, y demuestra cómo compilar y ejecutar el programa corrigiendo errores comunes de tipos de datos.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85238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058CB4-4360-72AE-17B1-14E27311B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39" y="400050"/>
            <a:ext cx="10131425" cy="6057900"/>
          </a:xfrm>
        </p:spPr>
        <p:txBody>
          <a:bodyPr>
            <a:normAutofit/>
          </a:bodyPr>
          <a:lstStyle/>
          <a:p>
            <a:r>
              <a:rPr lang="es-ES" b="1" dirty="0"/>
              <a:t>Resumen video 3:</a:t>
            </a:r>
            <a:r>
              <a:rPr lang="es-ES" dirty="0"/>
              <a:t> El video explica que las variables en programación primero se declaran (reservando memoria) y luego se inicializan asignándoles un valor del tipo correcto. Después introduce las condiciones, que controlan el flujo del programa mediante expresiones que solo pueden ser </a:t>
            </a:r>
            <a:r>
              <a:rPr lang="es-ES" b="1" dirty="0"/>
              <a:t>true</a:t>
            </a:r>
            <a:r>
              <a:rPr lang="es-ES" dirty="0"/>
              <a:t> o false, y recuerda el orden de prioridad de las operaciones. También se explica el uso de </a:t>
            </a:r>
            <a:r>
              <a:rPr lang="es-ES" dirty="0" err="1"/>
              <a:t>if</a:t>
            </a:r>
            <a:r>
              <a:rPr lang="es-ES" dirty="0"/>
              <a:t> y </a:t>
            </a:r>
            <a:r>
              <a:rPr lang="es-ES" dirty="0" err="1"/>
              <a:t>if</a:t>
            </a:r>
            <a:r>
              <a:rPr lang="es-ES" dirty="0"/>
              <a:t>–</a:t>
            </a:r>
            <a:r>
              <a:rPr lang="es-ES" dirty="0" err="1"/>
              <a:t>else</a:t>
            </a:r>
            <a:r>
              <a:rPr lang="es-ES" dirty="0"/>
              <a:t> para ejecutar distintas acciones según se cumpla o no una condición.</a:t>
            </a:r>
          </a:p>
          <a:p>
            <a:pPr marL="0" indent="0">
              <a:buNone/>
            </a:pPr>
            <a:r>
              <a:rPr lang="es-ES" dirty="0"/>
              <a:t>Finalmente, con ejemplos en Java, se resalta la importancia de inicializar las variables antes de usarlas y de combinarlas con operadores para crear programas más dinámicos y útiles.</a:t>
            </a:r>
          </a:p>
          <a:p>
            <a:r>
              <a:rPr lang="es-ES" b="1" dirty="0"/>
              <a:t>Resumen video 4:</a:t>
            </a:r>
            <a:r>
              <a:rPr lang="es-ES" dirty="0"/>
              <a:t> El video explica dos estructuras clave para manejar condiciones en Java. Primero presenta el operador ternario, que permite evaluar una condición y asignar un valor en una sola línea. Luego aborda el uso de </a:t>
            </a:r>
            <a:r>
              <a:rPr lang="es-ES" dirty="0" err="1"/>
              <a:t>else</a:t>
            </a:r>
            <a:r>
              <a:rPr lang="es-ES" dirty="0"/>
              <a:t> </a:t>
            </a:r>
            <a:r>
              <a:rPr lang="es-ES" dirty="0" err="1"/>
              <a:t>if</a:t>
            </a:r>
            <a:r>
              <a:rPr lang="es-ES" dirty="0"/>
              <a:t>, indicando que las condiciones se evalúan en orden y solo se ejecuta el primer bloque verdadero. También recomienda usar siempre llaves {} para evitar errores y advierte que en Java solo existen los valores booleanos </a:t>
            </a:r>
            <a:r>
              <a:rPr lang="es-ES" b="1" dirty="0"/>
              <a:t>true</a:t>
            </a:r>
            <a:r>
              <a:rPr lang="es-ES" dirty="0"/>
              <a:t> y </a:t>
            </a:r>
            <a:r>
              <a:rPr lang="es-ES" b="1" dirty="0"/>
              <a:t>false</a:t>
            </a:r>
            <a:r>
              <a:rPr lang="es-ES" dirty="0"/>
              <a:t>, por lo que no se deben comparar con números. Se menciona además el error común de usar = en lugar de == dentro de un </a:t>
            </a:r>
            <a:r>
              <a:rPr lang="es-ES" dirty="0" err="1"/>
              <a:t>if</a:t>
            </a:r>
            <a:r>
              <a:rPr lang="es-ES" dirty="0"/>
              <a:t>.</a:t>
            </a:r>
          </a:p>
          <a:p>
            <a:pPr marL="0" indent="0">
              <a:buNone/>
            </a:pPr>
            <a:r>
              <a:rPr lang="es-ES" dirty="0"/>
              <a:t>Finalmente, se introduce la estructura </a:t>
            </a:r>
            <a:r>
              <a:rPr lang="es-ES" b="1" dirty="0"/>
              <a:t>switch</a:t>
            </a:r>
            <a:r>
              <a:rPr lang="es-ES" dirty="0"/>
              <a:t> y el uso de case, break y default, destacando que ayuda a organizar mejor el código cuando hay muchas opciones y evita múltiples </a:t>
            </a:r>
            <a:r>
              <a:rPr lang="es-ES" dirty="0" err="1"/>
              <a:t>if</a:t>
            </a:r>
            <a:r>
              <a:rPr lang="es-ES" dirty="0"/>
              <a:t>–</a:t>
            </a:r>
            <a:r>
              <a:rPr lang="es-ES" dirty="0" err="1"/>
              <a:t>else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9170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">
            <a:extLst>
              <a:ext uri="{FF2B5EF4-FFF2-40B4-BE49-F238E27FC236}">
                <a16:creationId xmlns:a16="http://schemas.microsoft.com/office/drawing/2014/main" id="{20C2BD08-C430-E4E3-22AC-684C2BDD6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238" y="1066801"/>
            <a:ext cx="8644332" cy="4724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9EDAF48-E910-FFE5-8D02-D53F9B188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"/>
            <a:ext cx="10131425" cy="1066800"/>
          </a:xfrm>
        </p:spPr>
        <p:txBody>
          <a:bodyPr>
            <a:normAutofit fontScale="90000"/>
          </a:bodyPr>
          <a:lstStyle/>
          <a:p>
            <a:pPr algn="ctr"/>
            <a:r>
              <a:rPr lang="es-ES" dirty="0"/>
              <a:t>Crear variables cuyos datos requieran el uso de f, L y comillas simples ('').</a:t>
            </a: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C0F952D-D691-E965-C69B-076E7C6F6E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8430" y="1381126"/>
            <a:ext cx="4471987" cy="388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882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BF0D5B-47E7-F7A1-A900-451899565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"/>
            <a:ext cx="10131425" cy="1066800"/>
          </a:xfrm>
        </p:spPr>
        <p:txBody>
          <a:bodyPr>
            <a:normAutofit/>
          </a:bodyPr>
          <a:lstStyle/>
          <a:p>
            <a:pPr algn="ctr"/>
            <a:r>
              <a:rPr lang="es-ES" sz="1800" dirty="0"/>
              <a:t>¿Consultar y explicar cómo cambiarle el nombre y correo de los </a:t>
            </a:r>
            <a:r>
              <a:rPr lang="es-ES" sz="1800" dirty="0" err="1"/>
              <a:t>commits</a:t>
            </a:r>
            <a:r>
              <a:rPr lang="es-ES" sz="1800" dirty="0"/>
              <a:t>?. ¿Cómo renombrar </a:t>
            </a:r>
            <a:r>
              <a:rPr lang="es-ES" sz="1800" dirty="0" err="1"/>
              <a:t>commits</a:t>
            </a:r>
            <a:r>
              <a:rPr lang="es-ES" sz="1800" dirty="0"/>
              <a:t> anteriores? Usar esa información para actualizar correctamente el repositorio.</a:t>
            </a:r>
            <a:endParaRPr lang="es-CO" sz="1800" dirty="0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B6336807-D7BD-C429-8ECC-4B7FEB2AF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4538" y="857250"/>
            <a:ext cx="7862363" cy="586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79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explicacion codigo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Este programa en Java permite al usuario elegir entre dos ecuaciones matemáticas.</a:t>
            </a:r>
          </a:p>
          <a:p>
            <a:endParaRPr/>
          </a:p>
          <a:p>
            <a:r>
              <a:t>Primero se declaran variables como estado, x, z y resultado.</a:t>
            </a:r>
          </a:p>
          <a:p>
            <a:r>
              <a:t>Luego se utiliza Scanner para pedir los valores al usuario desde la consola.</a:t>
            </a:r>
          </a:p>
          <a:p>
            <a:endParaRPr/>
          </a:p>
          <a:p>
            <a:r>
              <a:t>Dependiendo de la opción elegida (1, 2 o 3), el programa entra en una estructura condicional if - else para ejecutar la ecuación correspondiente.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explicacion codigo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 ecuaciones están divididas en dos partes (resultadoPT1 y resultadoPT2) para hacer el cálculo más organizado y entendible.</a:t>
            </a:r>
          </a:p>
          <a:p>
            <a:endParaRPr/>
          </a:p>
          <a:p>
            <a:r>
              <a:t>Después se combinan esas partes para obtener el resultado final, que se muestra en pantalla.</a:t>
            </a:r>
          </a:p>
          <a:p>
            <a:endParaRPr/>
          </a:p>
          <a:p>
            <a:r>
              <a:t>Si el usuario elige 3, el programa finaliza. Si escribe otra opción, aparece un mensaje de opción no válida.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{C9AAF20E-33E7-4B84-88FF-F4E3475A19DA}TFb5ae2469-0bae-4978-b0e0-39dd046150ff15f2ba3a-9f0c70d1f475</Template>
  <TotalTime>115</TotalTime>
  <Words>868</Words>
  <Application>Microsoft Office PowerPoint</Application>
  <PresentationFormat>Panorámica</PresentationFormat>
  <Paragraphs>40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Celestial</vt:lpstr>
      <vt:lpstr>Taller 2 – Lógica de programación</vt:lpstr>
      <vt:lpstr>Declaración de variables</vt:lpstr>
      <vt:lpstr>Inicialización de variables </vt:lpstr>
      <vt:lpstr>reasignación de valores</vt:lpstr>
      <vt:lpstr>Conclusiones videos java</vt:lpstr>
      <vt:lpstr>Presentación de PowerPoint</vt:lpstr>
      <vt:lpstr>Crear variables cuyos datos requieran el uso de f, L y comillas simples ('').</vt:lpstr>
      <vt:lpstr>¿Consultar y explicar cómo cambiarle el nombre y correo de los commits?. ¿Cómo renombrar commits anteriores? Usar esa información para actualizar correctamente el repositorio.</vt:lpstr>
      <vt:lpstr>explicacion codigo</vt:lpstr>
      <vt:lpstr>explicacion codigo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Londono Ospina</dc:creator>
  <cp:lastModifiedBy>Ian Isaza Bermudez</cp:lastModifiedBy>
  <cp:revision>10</cp:revision>
  <dcterms:created xsi:type="dcterms:W3CDTF">2026-02-26T19:51:55Z</dcterms:created>
  <dcterms:modified xsi:type="dcterms:W3CDTF">2026-03-03T22:19:42Z</dcterms:modified>
</cp:coreProperties>
</file>